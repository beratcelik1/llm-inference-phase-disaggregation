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Palatino Linotype"/>
              </a:defRPr>
            </a:pPr>
            <a:r>
              <a:t>Phase Disaggregation for 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8AADD"/>
                </a:solidFill>
                <a:latin typeface="Palatino Linotype"/>
              </a:defRPr>
            </a:pPr>
            <a:r>
              <a:t>Splitwise  &amp;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Palatino Linotype"/>
              </a:defRPr>
            </a:pPr>
            <a:r>
              <a:t>ECE 5545: Machine Learning Hardware &amp; Systems</a:t>
            </a:r>
          </a:p>
          <a:p>
            <a:pPr algn="l">
              <a:spcBef>
                <a:spcPts val="12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Part 1: Berat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LLM inference background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two phases and why they differ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colocation problem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Splitwise: production insights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Architecture and KV-cache transfer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Heterogeneous cluster designs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Part 2: Ethan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DistServe: goodput optimization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Formal tradeoff analysis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Placement algorithms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Online scheduling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Comparison and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Phase 1: Prefill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Processes all input tokens in parallel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One forward pass through the model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Produces the first output token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the KV-cache (stored context)</a:t>
            </a:r>
          </a:p>
          <a:p>
            <a:pPr>
              <a:spcBef>
                <a:spcPts val="6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Compute-bound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Phase 2: Decoding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tokens one at a time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Each step reads the full KV-cache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Repeats until end of sequence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Sequential, autoregressive</a:t>
            </a:r>
          </a:p>
          <a:p>
            <a:pPr>
              <a:spcBef>
                <a:spcPts val="600"/>
              </a:spcBef>
              <a:defRPr sz="1600" b="1">
                <a:solidFill>
                  <a:srgbClr val="0E6E6E"/>
                </a:solidFill>
                <a:latin typeface="Palatino Linotype"/>
              </a:defRPr>
            </a:pPr>
            <a:r>
              <a:t>Memory-bandwidth-bound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"Is tomato a fruit?"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Prefill: process 5 tokens at once, output "Yes"    Decode: generate  ","  "it"  "is"  "."  one by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Palatino Linotype"/>
              </a:defRPr>
            </a:pPr>
            <a:r>
              <a:t>KV-Cache: key/value tensors stored during prefill, read at every decode step. This is what gets transferred when phases are on different machines.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Two Phases, Very Different Profiles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Decoding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Tokens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All input tokens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One token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 without batching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Near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Latency metric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(time to first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TPOT / TBT (time per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Limited benefit (already saturated)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Significant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Preferred parallelism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852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This asymmetry is what motivates both papers.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Key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to first token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between output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Streaming reading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+ TPOT x output length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Total request time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 while meeting SLO targets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% of requests within latency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52578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Example SLO: "90% of requests must have TTFT &lt; 0.25s and TPOT &lt; 0.1s"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0392B"/>
                </a:solidFill>
                <a:latin typeface="Palatino Linotype"/>
              </a:defRPr>
            </a:pPr>
            <a:r>
              <a:t>The Problem with Colocation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Prefill/Decode Interference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prefill in a decode batch: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3x latency hit (input=128)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5x latency hit (input=1024)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Goes both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Parallelism Coupling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wants tensor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Decoding wants pipeline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must pick one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phase always loses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Over-Provisioning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Must provision for worst case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1.6 req/s (OPT-13B)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Disaggregated: 3.3 req/s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2.1x wasted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Solution: put prefill and decoding on separate hardware.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Prefill-Decode Interference</a:t>
            </a:r>
          </a:p>
        </p:txBody>
      </p:sp>
      <p:pic>
        <p:nvPicPr>
          <p:cNvPr id="3" name="Picture 2" descr="ds_fig2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454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688541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AADD"/>
                </a:solidFill>
                <a:latin typeface="Palatino Linotype"/>
              </a:defRPr>
            </a:pPr>
            <a:r>
              <a:t>Efficient Generative LLM Inference Using Phase Splitting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Patel et al. | University of Washington + Microsoft | ISCA 2024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Insights from Azure Production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Real traces from two Microsoft Azure LLM services (coding + conversation, 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Coding: 1500 prompt tokens, 13 output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1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Token generation underutilizes GPUs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60-70% of time spent with 20 or fewer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active tokens in the batch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Most wall-clock time is in decoding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Even large prompts (1500 tokens) take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roughly the same time as 6 output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5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3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IV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Prompt batching saturates quickly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Throughput plateaus after ~2048 tokens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Token batching keeps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alatino Linotype"/>
              </a:defRPr>
            </a:pPr>
            <a:r>
              <a:t>Splitwise Figure 3-4, Table IV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Azure Production Trace Distributions</a:t>
            </a:r>
          </a:p>
        </p:txBody>
      </p:sp>
      <p:pic>
        <p:nvPicPr>
          <p:cNvPr id="3" name="Picture 2" descr="sw_fig3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39267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16119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0.51x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0.70x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0392B"/>
                          </a:solidFill>
                          <a:latin typeface="Palatino Linotype"/>
                        </a:defRPr>
                      </a:pPr>
                      <a:r>
                        <a:t>1.24x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3931920"/>
            <a:ext cx="941832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023360"/>
            <a:ext cx="8869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H100 has 3.43x more compute than A100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Prefill benefits (TTFT: 0.51x). Token generation barely does (TBT: 0.70x).</a:t>
            </a:r>
          </a:p>
          <a:p>
            <a:pPr algn="l">
              <a:spcBef>
                <a:spcPts val="800"/>
              </a:spcBef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Token generation can run on cheaper hardware without much performance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Power-capping token machines to 70% has virtually no latency impact.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97680" y="13898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Palatino Linotype"/>
              </a:defRPr>
            </a:pPr>
            <a:r>
              <a:t>Cluster-Level Scheduler (JSQ routing)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7472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Prompt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Compute-optimized GPUs (H100)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prefill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FCFS, batch up to 2048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00400"/>
            <a:ext cx="338328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Palatino Linotype"/>
              </a:defRPr>
            </a:pPr>
            <a:r>
              <a:t>KV-cache transfer  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347472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Token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Cost-efficient GPUs (A100)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generation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Continuous batching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212080"/>
            <a:ext cx="576072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2578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Flexible machines that handle overflow from either pool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System Architecture</a:t>
            </a:r>
          </a:p>
        </p:txBody>
      </p:sp>
      <p:pic>
        <p:nvPicPr>
          <p:cNvPr id="3" name="Picture 2" descr="sw_fig1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8883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101181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KV-Cache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Serialized (naive)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Wait for full prefill to finish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entire KV-cache at once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64% overhead on second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Per-layer (optimized)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Send each layer's cache as it computes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overlaps with computation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16% overhead on second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Transfer overhead: 0.8% of end-to-end latency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Constant 5-8ms regardless of prompt size (MSCCL++ zero-copy over InfiniBand)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Both papers confirm: KV-cache transfer is not the bottleneck.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Cluster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Prompt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Token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Tradeoff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Lowest cost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cost-performance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H100 at 70%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power &amp; cost budget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2.15x more throughput 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1.4x more throughput at 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93192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25% lower power (HHcap) or 25% lower cost (AA)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Headline: up to 1.4x throughput at 20% lower cost, or 2.35x throughput at same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Robust to workload changes (7% drop with mismatched workload) and model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Throughput-Latency Results</a:t>
            </a:r>
          </a:p>
        </p:txBody>
      </p:sp>
      <p:pic>
        <p:nvPicPr>
          <p:cNvPr id="3" name="Picture 2" descr="sw_fig16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70881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8322587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Palatino Linotype"/>
              </a:defRPr>
            </a:pP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Characterized real Azure production workloads, found 7 key insights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Designed three-pool architecture (prompt, token, mixed)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Optimized KV-cache transfer: 0.8% of end-to-end latency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Explored four heterogeneous cluster configurations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Result: cheaper GPUs for token generation work just as 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Limitations: needs cluster provisioning, less useful with few GPUs, basic fault tolerance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CCBB"/>
                </a:solidFill>
                <a:latin typeface="Palatino Linotype"/>
              </a:defRPr>
            </a:pPr>
            <a:r>
              <a:t>Disaggregating Prefill and Decoding for Goodput-Optimized LLM Serving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Zhong et al. | Peking University + StepFun + UC San Diego | OSDI 2024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Goodput: The Right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Per-GPU Goodput = max request rate while meeting SLO targets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Higher goodput = lower cost per query = what production systems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Palatino Linotype"/>
              </a:defRPr>
            </a:pPr>
            <a:r>
              <a:t>DistServe's approach: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Separate prefill and decoding onto different GPU instances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 parallelism strategy for each phase independently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Automatically find the best placement on the cluster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Use simulation to evaluate configurations (under 2% error)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Tradeoff Analysis After Disaggregation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34747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Prefill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Modeled as M/D/1 queue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Avg TTFT = execution time + queuing delay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Low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Tensor parallelism better (cuts execution time)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High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Pipeline parallelism better (handles queuing)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347472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Decoding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Single job is bandwidth-bound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Batching is essential for utilization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Disaggregation helps: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Multiple prefill instances feed one decoder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Naturally larger batches, better GPU use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Large batches approach compute-bound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After disaggregation, each phase has independent knobs. Impossible when sharing GPUs.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System Architecture</a:t>
            </a:r>
          </a:p>
        </p:txBody>
      </p:sp>
      <p:pic>
        <p:nvPicPr>
          <p:cNvPr id="3" name="Picture 2" descr="ds_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7112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9456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Input: model, workload, SLOs, cluster hardware.    Output: optimal parallelism + instance counts + 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Algorithm 1: Fast cross-node network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Enumerate parallelism configs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Simulate goodput for each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Pick best config per phase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Replicate to meet target rate</a:t>
            </a:r>
          </a:p>
          <a:p>
            <a:pPr>
              <a:spcBef>
                <a:spcPts val="600"/>
              </a:spcBef>
              <a:defRPr sz="1400" b="1">
                <a:solidFill>
                  <a:srgbClr val="1E8A4C"/>
                </a:solidFill>
                <a:latin typeface="Palatino Linotype"/>
              </a:defRPr>
            </a:pPr>
            <a:r>
              <a:t>Runs in under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E6E6E"/>
                </a:solidFill>
                <a:latin typeface="Palatino Linotype"/>
              </a:defRPr>
            </a:pPr>
            <a:r>
              <a:t>Algorithm 2: Limited bandwidth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+ decode on same node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Use NVLINK for KV transfer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Co-optimize within node budget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Group layers into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Simulator accuracy: under 2% error compared to real hardware runs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DistServe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32 NVIDIA A100-80GB GPUs across 4 nodes  |  OPT models (13B, 66B, 175B)  |  vs vLLM and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SLO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DeepSpeed-MII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2.0x to 4.6x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to 3.2x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1.6x to 7.4x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Code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5.7x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1.4x tighter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1.6x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Summarization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4.3x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12.6x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alatino Linotype"/>
              </a:defRPr>
            </a:pPr>
            <a:r>
              <a:t>Parallelism strategies chosen (different per phase):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484632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Chatbot and Workloads</a:t>
            </a:r>
          </a:p>
        </p:txBody>
      </p:sp>
      <p:pic>
        <p:nvPicPr>
          <p:cNvPr id="3" name="Picture 2" descr="ds_fig8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175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4097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Code and Summarization</a:t>
            </a:r>
          </a:p>
        </p:txBody>
      </p:sp>
      <p:pic>
        <p:nvPicPr>
          <p:cNvPr id="3" name="Picture 2" descr="ds_fig9_code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270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93944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What Actually Matters?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KV-Cache Transfer Cost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OPT-175B: under 0.1% of total latency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95% of requests: under 30ms delay</a:t>
            </a:r>
          </a:p>
          <a:p>
            <a:pPr algn="l">
              <a:spcBef>
                <a:spcPts val="12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Transfer is not the bottleneck.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Confirms Splitwise's findings.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Ablation: Parallelism Search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vLLM++ (exhaustive parallelism search)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Same performance as default vLLM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Interference cancels parallelism gains.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Must disaggregate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Per-Request Latency Distribution</a:t>
            </a:r>
          </a:p>
        </p:txBody>
      </p:sp>
      <p:pic>
        <p:nvPicPr>
          <p:cNvPr id="3" name="Picture 2" descr="ds_fig10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5376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6611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vs DistServe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Mixed GPU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Core idea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Audience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Cloud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KV transfer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Per-layer overlapped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Production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Queueing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669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Complementary approaches. Best system would combine both.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Limitations and Open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Palatino Linotype"/>
              </a:defRPr>
            </a:pPr>
            <a:r>
              <a:t>Shared limitations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Less beneficial with few GPUs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Basic fault tolerance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FCFS can cause convoy effects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 workloads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Open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Preemptive scheduling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Combining heterogeneous HW +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Million-token contexts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Interaction with MoE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1A1A"/>
                </a:solidFill>
                <a:latin typeface="Palatino Linotype"/>
              </a:defRPr>
            </a:pPr>
            <a:r>
              <a:t>Already adopted by SGLang, vLLM, and Mooncake.</a:t>
            </a:r>
          </a:p>
          <a:p>
            <a:pPr algn="ctr">
              <a:spcBef>
                <a:spcPts val="4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Phase disaggregation is becoming the standard for production LLM serving.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Palatino Linotype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Splitwise (ISCA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Production workload characterization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Heterogeneous hardware per phase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1.4x throughput at 20% lower cost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or 2.35x throughput, same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DistServe (OSDI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Goodput-optimal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Automatic parallelism optimization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7.4x higher request rate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12.6x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1A"/>
                </a:solidFill>
                <a:latin typeface="Palatino Linotype"/>
              </a:defRPr>
            </a:pPr>
            <a:r>
              <a:t>Prefill and decoding are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Treating them as one wastes hardware, power, and money.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[1]  P. Patel, E. Choukse, C. Zhang, A. Shah, I. Goiri, S. Maleki, R. Bianchini.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"Splitwise: Efficient Generative LLM Inference Using Phase Splitting."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ISCA 2024. arXiv:2311.18677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[2]  Y. Zhong, S. Liu, J. Chen, J. Hu, Y. Zhu, X. Liu, X. Jin, H. Zhang.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"DistServe: Disaggregating Prefill and Decoding for Goodput-optimized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Large Language Model Serving."  OSDI 2024. arXiv:2401.09670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[3]  A. Agrawal et al. Sarathi: Efficient LLM Inference by Piggybacking Decodes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Chunked Prefills. arXiv:2308.16369,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[4]  W. Kwon et al. Efficient Memory Management for Large Language Model Serving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PagedAttention (vLLM). SOSP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[5]  Y. Sheng et al. FlexGen: High-Throughput Generative Inference of Large Language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Models with a Single GPU. ICML 2023.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88AADD"/>
                </a:solidFill>
                <a:latin typeface="Palatino Linotype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000" b="0">
                <a:solidFill>
                  <a:srgbClr val="AAAAAA"/>
                </a:solidFill>
                <a:latin typeface="Palatino Linotype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ECE 5545  |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