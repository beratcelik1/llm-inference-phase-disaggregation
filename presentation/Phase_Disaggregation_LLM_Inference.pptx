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Calibri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Calibri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Calibri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Calibri"/>
              </a:defRPr>
            </a:pPr>
            <a:r>
              <a:t>Part 1: Berat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LLM inference background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The two phases and why they differ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The colocation problem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Splitwise: production insights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Architecture and KV-cache transfer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Heterogeneous cluster designs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Calibri"/>
              </a:defRPr>
            </a:pPr>
            <a:r>
              <a:t>Part 2: Ethan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DistServe: goodput optimization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Formal tradeoff analysis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Placement algorithms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Online scheduling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Evaluation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Comparison and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Calibri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Calibri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Calibri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Calibri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Calibri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Calibri"/>
              </a:defRPr>
            </a:pPr>
            <a:r>
              <a:t>This asymmetry is what motivates both papers.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Example SLO: "90% of requests must have TTFT &lt; 0.25s and TPOT &lt; 0.1s"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Calibri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Calibri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Calibri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Calibri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Solution: put prefill and decoding on separate hardware.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Calibri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Calibri"/>
              </a:defRPr>
            </a:pPr>
            <a:r>
              <a:t>Patel et al. | University of Washington + Microsoft | ISCA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Calibri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Calibri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Calibri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Calibri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Calibri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Calibri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Calibri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Calibri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  <a:r>
              <a:t>Splitwise Figure 3-4, Table IV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Calibri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Calibri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Power-capping token machines to 70% has virtually no latency impact.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Calibri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Calibri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Calibri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Calibri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Calibri"/>
              </a:defRPr>
            </a:pPr>
            <a:r>
              <a:t>Flexible machines that handle overflow from either pool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Calibri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Calibri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Calibri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Calibri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Calibri"/>
              </a:defRPr>
            </a:pPr>
            <a:r>
              <a:t>Both papers confirm: KV-cache transfer is not the bottleneck.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Calibri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Calibri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Calibri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Calibri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Robust to workload changes (7% drop with mismatched workload) and model changes.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Limitations: needs cluster provisioning, less useful with few GPUs, basic fault tolerance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Calibri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Calibri"/>
              </a:defRPr>
            </a:pPr>
            <a:r>
              <a:t>Zhong et al. | Peking University + StepFun + UC San Diego | OSDI 2024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Calibri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Calibri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simulation to evaluate configurations (under 2% error)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Calibri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Calibri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Calibri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Calibri"/>
              </a:defRPr>
            </a:pPr>
            <a:r>
              <a:t>After disaggregation, each phase has independent knobs. Impossible when sharing GPUs.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Calibri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Calibri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Calibri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Calibri"/>
              </a:defRPr>
            </a:pPr>
            <a:r>
              <a:t>Simulator accuracy: under 2% error compared to real hardware runs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Calibri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Calibri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Calibri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Calibri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Calibri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Calibri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Calibri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Calibri"/>
              </a:defRPr>
            </a:pPr>
            <a:r>
              <a:t>Must disaggregate first.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Calibri"/>
              </a:defRPr>
            </a:pPr>
            <a:r>
              <a:t>Complementary approaches. Best system would combine both.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Calibri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Calibri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Calibri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Calibri"/>
              </a:defRPr>
            </a:pPr>
            <a:r>
              <a:t>Phase disaggregation is becoming the standard for production LLM serving.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Calibri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Calibri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Calibri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Calibri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Calibri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Calibri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Calibri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Calibri"/>
              </a:defRPr>
            </a:pPr>
            <a:r>
              <a:t>Treating them as one wastes hardware, power, and money.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Calibri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Calibri"/>
              </a:defRPr>
            </a:pPr>
            <a:r>
              <a:t>ECE 5545  |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