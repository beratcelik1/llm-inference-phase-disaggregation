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Palatino Linotype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Palatino Linotype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Palatino Linotype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Part 1: Berat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LLM inference background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two phases and why they differ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colocation problem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Splitwise: production insights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Architecture and KV-cache transfer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Heterogeneous cluster designs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Part 2: Ethan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DistServe: goodput optimization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Formal tradeoff analysis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Placement algorithms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Online scheduling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Comparison and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Palatino Linotype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Palatino Linotype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This asymmetry is what motivates both papers.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Example SLO: "90% of requests must have TTFT &lt; 0.25s and TPOT &lt; 0.1s"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Palatino Linotype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Solution: put prefill and decoding on separate hardware.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Prefill-Decode Interference</a:t>
            </a:r>
          </a:p>
        </p:txBody>
      </p:sp>
      <p:pic>
        <p:nvPicPr>
          <p:cNvPr id="3" name="Picture 2" descr="ds_fig2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4945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729021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DistServe Figure 2: Decoding latency degrades up to 3-5x when colocated with prefill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Palatino Linotype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Patel et al. | University of Washington + Microsoft | ISCA 2024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alatino Linotype"/>
              </a:defRPr>
            </a:pPr>
            <a:r>
              <a:t>Splitwise Figure 3-4, Table IV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Azure Production Trace Distributions</a:t>
            </a:r>
          </a:p>
        </p:txBody>
      </p:sp>
      <p:pic>
        <p:nvPicPr>
          <p:cNvPr id="3" name="Picture 2" descr="sw_fig3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8852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6119655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Splitwise Figure 3: Input/output token length distributions from two Azure LLM services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Palatino Linotype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Power-capping token machines to 70% has virtually no latency impact.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Palatino Linotype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Palatino Linotype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Flexible machines that handle overflow from either pool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System Architecture</a:t>
            </a:r>
          </a:p>
        </p:txBody>
      </p:sp>
      <p:pic>
        <p:nvPicPr>
          <p:cNvPr id="3" name="Picture 2" descr="sw_fig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83190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955350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Splitwise Figure 10: Three-pool architecture with cluster-level scheduling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Both papers confirm: KV-cache transfer is not the bottleneck.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Robust to workload changes (7% drop with mismatched workload) and model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Throughput-Latency Results</a:t>
            </a:r>
          </a:p>
        </p:txBody>
      </p:sp>
      <p:pic>
        <p:nvPicPr>
          <p:cNvPr id="3" name="Picture 2" descr="sw_fig1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122130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1344747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Splitwise Figure 16: Throughput vs latency across cluster configurations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Palatino Linotype"/>
              </a:defRPr>
            </a:pP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Limitations: needs cluster provisioning, less useful with few GPUs, basic fault tolerance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Palatino Linotype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Zhong et al. | Peking University + StepFun + UC San Diego | OSDI 2024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Palatino Linotype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Use simulation to evaluate configurations (under 2% error)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After disaggregation, each phase has independent knobs. Impossible when sharing GPUs.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System Architecture</a:t>
            </a:r>
          </a:p>
        </p:txBody>
      </p:sp>
      <p:pic>
        <p:nvPicPr>
          <p:cNvPr id="3" name="Picture 2" descr="ds_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6350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758521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DistServe Figure 6: Disaggregated prefill and decoding with pull-based KV-cache transfer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Palatino Linotype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Palatino Linotype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Simulator accuracy: under 2% error compared to real hardware runs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alatino Linotype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Chatbot and Workloads</a:t>
            </a:r>
          </a:p>
        </p:txBody>
      </p:sp>
      <p:pic>
        <p:nvPicPr>
          <p:cNvPr id="3" name="Picture 2" descr="ds_fig8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35113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474576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DistServe Figure 8: Goodput comparison on ShareGPT workload across OPT model sizes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Code and Summarization</a:t>
            </a:r>
          </a:p>
        </p:txBody>
      </p:sp>
      <p:pic>
        <p:nvPicPr>
          <p:cNvPr id="3" name="Picture 2" descr="ds_fig9_code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18727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107146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DistServe Figure 9: HumanEval (code completion) and LongBench (summarization) 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Must disaggregate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Per-Request Latency Distribution</a:t>
            </a:r>
          </a:p>
        </p:txBody>
      </p:sp>
      <p:pic>
        <p:nvPicPr>
          <p:cNvPr id="3" name="Picture 2" descr="ds_fig10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6110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73454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DistServe Figure 10: CDF of TTFT and TPOT, disaggregated vs colocated serving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Complementary approaches. Best system would combine both.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Palatino Linotype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Palatino Linotype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Phase disaggregation is becoming the standard for production LLM serving.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Palatino Linotype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Palatino Linotype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Treating them as one wastes hardware, power, and money.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Palatino Linotype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Palatino Linotype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ECE 5545  |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